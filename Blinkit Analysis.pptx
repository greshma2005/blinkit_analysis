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3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4">
                <a:lumMod val="40000"/>
                <a:lumOff val="60000"/>
              </a:schemeClr>
            </a:gs>
            <a:gs pos="93000">
              <a:schemeClr val="accent4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75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9841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Gunturu Reshma</cp:lastModifiedBy>
  <cp:revision>16</cp:revision>
  <dcterms:created xsi:type="dcterms:W3CDTF">2024-06-24T12:27:37Z</dcterms:created>
  <dcterms:modified xsi:type="dcterms:W3CDTF">2026-04-16T07:59:32Z</dcterms:modified>
</cp:coreProperties>
</file>